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95" r:id="rId7"/>
    <p:sldId id="296" r:id="rId8"/>
    <p:sldId id="289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256A8-28E3-4E7C-8CAC-45FCF1AD1D4E}" v="17" dt="2026-07-03T15:35:14.06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5" d="100"/>
          <a:sy n="75" d="100"/>
        </p:scale>
        <p:origin x="82" y="125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pti Chauhan" userId="67d7e26835183ae7" providerId="LiveId" clId="{923EE061-BD1F-492F-80FF-69D0CD3BEC3A}"/>
    <pc:docChg chg="custSel addSld modSld">
      <pc:chgData name="Trapti Chauhan" userId="67d7e26835183ae7" providerId="LiveId" clId="{923EE061-BD1F-492F-80FF-69D0CD3BEC3A}" dt="2026-07-03T15:36:30.012" v="27" actId="14100"/>
      <pc:docMkLst>
        <pc:docMk/>
      </pc:docMkLst>
      <pc:sldChg chg="modTransition modAnim">
        <pc:chgData name="Trapti Chauhan" userId="67d7e26835183ae7" providerId="LiveId" clId="{923EE061-BD1F-492F-80FF-69D0CD3BEC3A}" dt="2026-07-03T15:34:45.056" v="12"/>
        <pc:sldMkLst>
          <pc:docMk/>
          <pc:sldMk cId="1325608595" sldId="257"/>
        </pc:sldMkLst>
      </pc:sldChg>
      <pc:sldChg chg="modTransition">
        <pc:chgData name="Trapti Chauhan" userId="67d7e26835183ae7" providerId="LiveId" clId="{923EE061-BD1F-492F-80FF-69D0CD3BEC3A}" dt="2026-07-03T15:35:00.304" v="14"/>
        <pc:sldMkLst>
          <pc:docMk/>
          <pc:sldMk cId="2529338794" sldId="289"/>
        </pc:sldMkLst>
      </pc:sldChg>
      <pc:sldChg chg="modTransition">
        <pc:chgData name="Trapti Chauhan" userId="67d7e26835183ae7" providerId="LiveId" clId="{923EE061-BD1F-492F-80FF-69D0CD3BEC3A}" dt="2026-07-03T15:34:53.230" v="13"/>
        <pc:sldMkLst>
          <pc:docMk/>
          <pc:sldMk cId="907915534" sldId="295"/>
        </pc:sldMkLst>
      </pc:sldChg>
      <pc:sldChg chg="modTransition">
        <pc:chgData name="Trapti Chauhan" userId="67d7e26835183ae7" providerId="LiveId" clId="{923EE061-BD1F-492F-80FF-69D0CD3BEC3A}" dt="2026-07-03T15:35:14.066" v="16"/>
        <pc:sldMkLst>
          <pc:docMk/>
          <pc:sldMk cId="4117153350" sldId="297"/>
        </pc:sldMkLst>
      </pc:sldChg>
      <pc:sldChg chg="new">
        <pc:chgData name="Trapti Chauhan" userId="67d7e26835183ae7" providerId="LiveId" clId="{923EE061-BD1F-492F-80FF-69D0CD3BEC3A}" dt="2026-07-03T15:35:28.583" v="17" actId="680"/>
        <pc:sldMkLst>
          <pc:docMk/>
          <pc:sldMk cId="1215965417" sldId="298"/>
        </pc:sldMkLst>
      </pc:sldChg>
      <pc:sldChg chg="addSp delSp modSp new mod">
        <pc:chgData name="Trapti Chauhan" userId="67d7e26835183ae7" providerId="LiveId" clId="{923EE061-BD1F-492F-80FF-69D0CD3BEC3A}" dt="2026-07-03T15:36:30.012" v="27" actId="14100"/>
        <pc:sldMkLst>
          <pc:docMk/>
          <pc:sldMk cId="500880293" sldId="299"/>
        </pc:sldMkLst>
        <pc:spChg chg="del">
          <ac:chgData name="Trapti Chauhan" userId="67d7e26835183ae7" providerId="LiveId" clId="{923EE061-BD1F-492F-80FF-69D0CD3BEC3A}" dt="2026-07-03T15:36:02.518" v="19" actId="478"/>
          <ac:spMkLst>
            <pc:docMk/>
            <pc:sldMk cId="500880293" sldId="299"/>
            <ac:spMk id="2" creationId="{C2B7D543-3CF5-DBA4-3170-9233478164CE}"/>
          </ac:spMkLst>
        </pc:spChg>
        <pc:spChg chg="del">
          <ac:chgData name="Trapti Chauhan" userId="67d7e26835183ae7" providerId="LiveId" clId="{923EE061-BD1F-492F-80FF-69D0CD3BEC3A}" dt="2026-07-03T15:36:04.065" v="21"/>
          <ac:spMkLst>
            <pc:docMk/>
            <pc:sldMk cId="500880293" sldId="299"/>
            <ac:spMk id="3" creationId="{C22EBD42-3000-0592-DD11-AEED3ADCB64D}"/>
          </ac:spMkLst>
        </pc:spChg>
        <pc:picChg chg="add mod ord">
          <ac:chgData name="Trapti Chauhan" userId="67d7e26835183ae7" providerId="LiveId" clId="{923EE061-BD1F-492F-80FF-69D0CD3BEC3A}" dt="2026-07-03T15:36:30.012" v="27" actId="14100"/>
          <ac:picMkLst>
            <pc:docMk/>
            <pc:sldMk cId="500880293" sldId="299"/>
            <ac:picMk id="5" creationId="{F9CE94D9-8487-8E0A-EC08-EB49305A47E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7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921" y="232913"/>
            <a:ext cx="7126506" cy="231724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Coffee Shop Sales Dashboard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934299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and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036320"/>
            <a:ext cx="9779182" cy="6197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</a:p>
          <a:p>
            <a:pPr>
              <a:lnSpc>
                <a:spcPct val="11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Coffee Shop Sales Dataset </a:t>
            </a:r>
          </a:p>
          <a:p>
            <a:pPr>
              <a:lnSpc>
                <a:spcPct val="11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1,000 Transactions </a:t>
            </a:r>
          </a:p>
          <a:p>
            <a:pPr>
              <a:lnSpc>
                <a:spcPct val="11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Excel (.xlsx) </a:t>
            </a:r>
          </a:p>
          <a:p>
            <a:pPr>
              <a:lnSpc>
                <a:spcPct val="11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Transaction Date, Store Location, Product Category, Product Name, Sales, Profit, Customer Type, Payment Method, Rating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missing values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Removed duplicate records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Verified data types and formats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Formatted date and time columns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Validated sales and profit values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Ensured data consistency for analysis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193040"/>
            <a:ext cx="10646772" cy="904240"/>
          </a:xfrm>
        </p:spPr>
        <p:txBody>
          <a:bodyPr/>
          <a:lstStyle/>
          <a:p>
            <a:r>
              <a:rPr lang="en-US" dirty="0"/>
              <a:t>Dashboard Screenshots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1021FAB-E5ED-D930-0A15-971F8B0E1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360" y="1737360"/>
            <a:ext cx="1183640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7001146" cy="1088571"/>
          </a:xfrm>
        </p:spPr>
        <p:txBody>
          <a:bodyPr/>
          <a:lstStyle/>
          <a:p>
            <a:r>
              <a:rPr lang="en-IN" sz="4200" dirty="0"/>
              <a:t>Dashboard with UPI Payment Filter</a:t>
            </a:r>
            <a:endParaRPr lang="en-US" sz="4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6010A-A8E3-602D-027C-6D2280EA1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706880"/>
            <a:ext cx="8046720" cy="515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72E311-C09F-4F78-F2AF-24F93DC9837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IN" sz="1800" dirty="0"/>
              <a:t>Coffee products generated the highest sales. </a:t>
            </a:r>
          </a:p>
          <a:p>
            <a:r>
              <a:rPr lang="en-IN" sz="1800" dirty="0"/>
              <a:t>University store achieved the highest sales. </a:t>
            </a:r>
          </a:p>
          <a:p>
            <a:r>
              <a:rPr lang="en-IN" sz="1800" dirty="0"/>
              <a:t>Walk-in customers contributed more revenue. </a:t>
            </a:r>
          </a:p>
          <a:p>
            <a:r>
              <a:rPr lang="en-IN" sz="1800" dirty="0"/>
              <a:t>UPI was the most preferred payment method. </a:t>
            </a:r>
          </a:p>
          <a:p>
            <a:r>
              <a:rPr lang="en-IN" sz="1800" dirty="0"/>
              <a:t>Customer ratings remained consistently high.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177553"/>
            <a:ext cx="5313680" cy="140740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" y="1391920"/>
            <a:ext cx="7200046" cy="32918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an interactive Power BI dashboard for coffee shop sales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key sales trends, customer preferences, and store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KPIs, charts, and slicers to support data-driven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dashboard enables stakeholders to monitor business performance efficiently.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B85B-168A-BB78-1BCD-F215BFD0C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96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CE94D9-8487-8E0A-EC08-EB49305A4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241" y="458763"/>
            <a:ext cx="9337040" cy="502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802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26</TotalTime>
  <Words>181</Words>
  <Application>Microsoft Office PowerPoint</Application>
  <PresentationFormat>Widescreen</PresentationFormat>
  <Paragraphs>33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Tenorite</vt:lpstr>
      <vt:lpstr>Wingdings</vt:lpstr>
      <vt:lpstr>Custom</vt:lpstr>
      <vt:lpstr>Coffee Shop Sales Dashboard</vt:lpstr>
      <vt:lpstr>Dataset and Data Cleaning</vt:lpstr>
      <vt:lpstr>Dashboard Screenshots </vt:lpstr>
      <vt:lpstr>Dashboard with UPI Payment Filter</vt:lpstr>
      <vt:lpstr>Key Insights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Trapti Chauhan</dc:creator>
  <cp:lastModifiedBy>Trapti Chauhan</cp:lastModifiedBy>
  <cp:revision>1</cp:revision>
  <dcterms:created xsi:type="dcterms:W3CDTF">2026-07-03T15:09:41Z</dcterms:created>
  <dcterms:modified xsi:type="dcterms:W3CDTF">2026-07-03T15:36:37Z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